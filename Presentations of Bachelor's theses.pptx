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9AB7F-6C55-D967-DC1A-B75D1ACF9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C6172-8016-A124-C9AB-DF3E433B0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E2802-CF2F-693C-0935-D39A94C5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FAEDC-218F-1BC1-0A27-011CF5A91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2897F-BBB1-D4C9-D06B-B1E193CA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31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B8F-26A7-4DAF-868B-DD664312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01986-FCDA-9A24-9959-44D3657FE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5E670-C0D6-4A06-3A66-817C195C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F79FB-F429-DFA1-5315-1B77449A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8AF11-6751-9359-4651-368006CF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0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56E5B-11AC-2703-36BD-B0B09C82C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684EA-3A00-B504-ADE0-1596F886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18F22-4A36-E64F-B16C-386940E0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734B8-E673-1058-0BBF-3B1D2014E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9B405-3665-D5C3-AC2C-A78B0452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42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C716-843D-EC17-8F39-7AC76E866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F773-E22A-F586-FF70-2F88438EE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E3612-8670-71DE-BB7F-877789F42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8A62B-D830-B276-7FF6-E081E7AC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22761-30A7-2582-6C64-F1CC3FDC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48ED1-DB05-5AA0-2408-4FE51477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13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6EF18-4F53-6F28-7C7E-48806964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B020F-BEB6-6785-9AF0-7C6001AE8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43301-6B9B-23D2-02C9-EE4867F58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80B68-8D11-D725-0804-276602CBF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BFADE8-9666-624E-4290-B36744F1D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03219-80E9-48C7-CEF7-89A12DCB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469A74-E783-5762-B3F4-8C410AB6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DA13D6-E4A1-4128-E6E5-A13E96BE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76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943D2-627B-C12C-5DC4-9A1D54DB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2574F7-2DB0-D3F6-58B4-3F663031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E5186-C98D-9C83-FD44-9ABBC198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D7701-8B88-7569-E5EB-1C874A15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86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E16C6-7FCE-DDE0-5196-BA93FF8F7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60DE8C-D975-4893-3089-DACA9E19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71B5E-91B7-13DE-EB54-9FE6AB8F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58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5E5D-68EB-51F4-DA6A-352DAD0ED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4E4-DEA6-3B35-67A2-68D83D7E2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AE248-8658-35C2-61DF-0EF632A62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46ACA-F851-66B1-7D25-2DCCC872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07F07-4539-9800-D98E-1A266069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EEF3E-320D-165F-F1CE-85865E4B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1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7896-4B2E-2598-9A66-F13A052C6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16BE5E-AB46-99FA-1D82-806571ADB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F73EE-A4BD-934B-2187-F7B5AFC7C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AE5B2-E1ED-A137-8CEB-C75CE944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D7AD0-2590-8AA7-C6E2-FE441532E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3CF70-96EE-998B-F4D5-25FB12A1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2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F6BF-AA73-D9EE-DCCC-0BD13C360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178A9-ED4B-B70F-F6EC-2B54108AA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41D36-7326-472E-D5F6-8A4653F2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B3079-A198-BB60-A2EA-89546365B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CB32F-324E-65F7-A951-E459AD63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122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C5634B-7D23-2A62-1000-2ECAD157C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F1891-B769-C5AA-9047-86768A963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6F6D9-B25B-8EBE-BA00-09348D119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20ACB-A53B-8CAE-AE13-E45392B84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3F816-D18F-7746-760E-72CFEE6F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65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C4541E-8813-CFB4-4BFA-6FEBF0EBF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C95F5-93CB-D7B3-330C-B6CC8BAAA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4657B-4E8C-D388-4148-4F099A869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46F43-F1B2-4AEE-B1BF-466D06853D46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F71B-99B2-0357-D355-D56C9C680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7C4B4-1C6B-A8F8-1D4B-FDEDA75E8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13E1D-D1AF-4797-A0B3-1169E6985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244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7EFDF-DC20-8D2D-43F4-20BD34DD7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ЭСТОНСКИЙ УНИВЕРСИТЕТ ПРЕДПРИНИМАТЕЛЬСТВА МАЙНОР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Учебная программа: Веб-дизайн и цифровая графика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Специализация: Веб-технологии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Ivan Ireev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частоты упоминаний технологий в вакансиях разработчиков iOS и Android в Европе и Северной Америке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Заключительная работа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Boris Shvartsman, PhD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Таллинн 2025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223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0D3B-326F-B5AE-C6AE-B3F0309BE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DF751-7727-0AD9-CEF0-7EAA3A8A7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Рынок мобильных приложений стремительно растёт по пользователям, загрузкам и выручке.</a:t>
            </a:r>
          </a:p>
          <a:p>
            <a:r>
              <a:rPr lang="ru-RU" dirty="0"/>
              <a:t>Генеративный ИИ усилил спрос на мобильных разработчиков и расширил круг их задач.</a:t>
            </a:r>
          </a:p>
          <a:p>
            <a:r>
              <a:rPr lang="ru-RU" dirty="0"/>
              <a:t>Европа и Северная Америка — одни из самых прибыльных рынков с высокой концентрацией разработчиков и растущей конкуренцией за позиции.</a:t>
            </a:r>
          </a:p>
          <a:p>
            <a:r>
              <a:rPr lang="ru-RU" dirty="0"/>
              <a:t>Быстрая смена технологий (iOS/Android, языки, фреймворки) усложняет выбор актуальных инструментов и обновление учебных программ.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056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6007-9913-3FAF-832F-E2371C88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и цель исследования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DEFB0-257B-FF2F-231E-61F40C3D4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Проблема: сложность определения наиболее востребованных навыков и инструментов мобильных разработчиков при быстром обновлении технологий.</a:t>
            </a:r>
          </a:p>
          <a:p>
            <a:r>
              <a:rPr lang="ru-RU" dirty="0"/>
              <a:t>Цель: выявить наиболее часто упоминаемые в вакансиях технологии для iOS- и Android-разработчиков, сравнить требования в Европе и Северной Америке и составить рекомендации по изучению для специалистов и учебных программ.</a:t>
            </a:r>
          </a:p>
        </p:txBody>
      </p:sp>
    </p:spTree>
    <p:extLst>
      <p:ext uri="{BB962C8B-B14F-4D97-AF65-F5344CB8AC3E}">
        <p14:creationId xmlns:p14="http://schemas.microsoft.com/office/powerpoint/2010/main" val="3048753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B972-DCD3-164E-D66C-C0A738D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Методология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0A9BD-B04E-9736-B80F-CBF99CC2C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Сделать схемку</a:t>
            </a:r>
          </a:p>
        </p:txBody>
      </p:sp>
    </p:spTree>
    <p:extLst>
      <p:ext uri="{BB962C8B-B14F-4D97-AF65-F5344CB8AC3E}">
        <p14:creationId xmlns:p14="http://schemas.microsoft.com/office/powerpoint/2010/main" val="170561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E5DE-E810-9EC3-D073-6D9687D6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D2DE2-A1B2-06B3-C893-46EE72DEB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63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9884-ED48-50C9-4165-051E6C2BE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F2D2F-3CBB-3B06-7E11-EE56A7B51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5250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4BA4-0D1D-0885-752D-4A3101ED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E1CD7-22EA-5A23-350B-EF2A5E77A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099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166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Актуальность темы</vt:lpstr>
      <vt:lpstr>Проблема и цель исследования</vt:lpstr>
      <vt:lpstr>Методология</vt:lpstr>
      <vt:lpstr>Результаты</vt:lpstr>
      <vt:lpstr>Результаты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Ireev</dc:creator>
  <cp:lastModifiedBy>Ivan Ireev</cp:lastModifiedBy>
  <cp:revision>14</cp:revision>
  <dcterms:created xsi:type="dcterms:W3CDTF">2025-11-24T11:42:56Z</dcterms:created>
  <dcterms:modified xsi:type="dcterms:W3CDTF">2025-11-27T15:24:01Z</dcterms:modified>
</cp:coreProperties>
</file>